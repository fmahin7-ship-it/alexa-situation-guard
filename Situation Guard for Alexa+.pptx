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Situation Guard is a self-hosted MCP server for Alexa+, with 17 tools. Alexa proposes, a deterministic engine decides, and nothing changes until you say yes. It’s connected to the real world: my location, my Google Calendar, live weather, and real public transport from Amazon Location.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 descr="Situation Guard for Alexa+ Alexa proposes. The engine decides. You approve. You speak “Book my boss at 2pm” Alexa Understands and proposes a fix MCP server 17 tools, Streamable HTTP Engine checks Strict rules decide if it works You approve Nothing changes without your yes Connected to the real world: your location · Google Calendar · live weather · Amazon Location trans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Situation Guard for Alexa+</dc:title>
  <dc:subject/>
  <dc:creator/>
  <cp:lastModifiedBy/>
  <cp:revision>1</cp:revision>
  <dcterms:created xsi:type="dcterms:W3CDTF">2026-10-19T02:48:29Z</dcterms:created>
  <dcterms:modified xsi:type="dcterms:W3CDTF">2026-10-19T02:48:29Z</dcterms:modified>
</cp:coreProperties>
</file>